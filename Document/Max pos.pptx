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3" r:id="rId3"/>
    <p:sldId id="257" r:id="rId4"/>
    <p:sldId id="258" r:id="rId5"/>
    <p:sldId id="259" r:id="rId6"/>
    <p:sldId id="260" r:id="rId7"/>
    <p:sldId id="263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15A77-CFAC-4CDF-836B-3E73DBE5350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2A555-A206-4BFB-9B13-34925EE0A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25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A555-A206-4BFB-9B13-34925EE0A1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86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FE6B-3F48-81C1-8697-29D510063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23118-CB58-340B-0EC5-F16ECE903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90151-4083-B5A2-B6B5-53AB02E9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76DA-0B8B-6B5B-AD53-CAFA3118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7051D-7F32-A640-EBFC-3FC96E10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7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155D3-396A-3A63-5BB4-0134C804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D515-86B2-9FE2-8964-0990F6155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1F1A6-AF17-E99C-48E7-034DEAE2B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B7261-B624-11DC-B870-828F3777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B12F3-6769-5286-7CF8-91DF3FC3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49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FB0F-DC59-077F-D3B9-C2EA1C38A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54243-342A-5DCA-E793-08C0B03B0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A530C-9DD2-F005-7758-0D455CF3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4BBA8-9189-1808-CE8D-E1DC4C7A7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82243-CB62-28E1-A954-6772FE97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2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5819-32E6-EB8A-D2A4-286C0A92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B016-53A8-A815-1D89-B8EA4F04D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252A0-373F-62D6-F522-1EC02C25E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F3EAB-B66F-7E20-0B10-D508E63C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C00A4-31D8-B2AF-D6E2-8932C4F0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E5EE1-3760-B2D6-6A50-DE4C7AE2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9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D452-F7B0-9B98-A2CD-71137644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0D4EB-1E28-D1C8-0628-9F35504BF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77D4B-563F-7E5B-5E09-B1A799072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23A5B-EB55-ECAD-5438-717D8091E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97867-833E-4EAC-1DCF-91C3C9A67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74E9C4-0E40-AAC1-BA47-96E25456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F3E3F-85DF-9745-8497-2D2EE7D7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60DDD-9279-4FF4-0A78-DA016A2E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3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18DF-59EC-AA94-6D45-4E6715291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84B6C-3466-B8C9-1EFB-45C8DC3D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7CA2D-8DB7-A7BA-3F75-7299B406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E01D0-64C4-4BFA-E96A-85908EE2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3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6DC93-28B9-7B1D-D58D-2039A29F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782DC-6E78-0B46-896C-7B52C6CE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8C4F4-BA6C-0033-40C4-138D32B5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2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D565-7FD4-64AA-226A-44549D89D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E8A1-659A-8143-E5CE-1C1B1F4FD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ACA54-B730-F44A-06BF-97F711407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BB889-2735-5027-74DE-0F8182E0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7A6EF-549F-76A4-9EEA-5E2BC22D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B4DD6-0F34-85B8-63EE-4482D725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9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17C7-4F58-7158-CBA4-870DCB4D8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9A838-8C32-BEE6-28D6-ACF769A97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9A3CF-25CB-AD87-1A5D-A460CAD2C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CD306-FBDD-EFFB-BF2B-1424D7C5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72276-D2FB-41C7-5071-25E15213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21A3C-173D-F256-2B82-82CF891B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79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339F-3258-9F3F-1E36-55DF0E8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BE370-C0CC-36CE-3457-54055C071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DB95A-01AD-6EBD-C4CF-8A52EFA0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A391A-1CD8-EF46-7C92-06CECCB9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CFAA-E566-C44E-AC95-EC1D0BC9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8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B1F9AB-FDC3-309B-90A4-BF6AE0350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7E2A6-B49D-207A-1B40-9C2BEF382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FD722-CCB2-8A5C-F6FC-41DC8710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229D6-2F08-CFF4-875A-191F55C8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93D84-0B70-78BE-0371-5CE02D53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6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80FDD-BCB9-8D69-C23B-4B446A4B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8CE05-CCDA-6B36-7055-40149B521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01B2-3F10-962C-B3AD-862EE2CAA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833D-43BF-4969-8D58-7FDB24DDD73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ED4CA-0577-C652-F7CE-70D8D7409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BD6A9-51FE-4359-E953-3937E38FF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B518C-C991-4886-BFC8-5A469D3CE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2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0D47-07CE-B6F1-6F6B-0BC4FFECD1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2400" dirty="0"/>
              <a:t>Max Pos</a:t>
            </a:r>
            <a:endParaRPr lang="en-US" sz="17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2621B-602C-21AE-D5A9-5ABB7884C3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Pos system for fashion shop</a:t>
            </a:r>
          </a:p>
        </p:txBody>
      </p:sp>
    </p:spTree>
    <p:extLst>
      <p:ext uri="{BB962C8B-B14F-4D97-AF65-F5344CB8AC3E}">
        <p14:creationId xmlns:p14="http://schemas.microsoft.com/office/powerpoint/2010/main" val="1922882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8DF8-0486-D9FB-4FE6-0C9FEB12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0"/>
            <a:ext cx="10515600" cy="1325563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A981DA-6981-2660-D46E-B64B1D82E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29" y="1088571"/>
            <a:ext cx="9165771" cy="5510779"/>
          </a:xfrm>
        </p:spPr>
      </p:pic>
    </p:spTree>
    <p:extLst>
      <p:ext uri="{BB962C8B-B14F-4D97-AF65-F5344CB8AC3E}">
        <p14:creationId xmlns:p14="http://schemas.microsoft.com/office/powerpoint/2010/main" val="82786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DA5A-D7C1-99D5-1ED5-1EE41B33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CE843-05D9-22F7-97F6-087F4F305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126" y="1825625"/>
            <a:ext cx="87257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4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AF3F-10AB-973C-3486-6DA71561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5211-0B6C-9CF7-FEC0-EB125118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 with menu bar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7631FC6-885A-857C-1014-B1A6B1611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914" y="1825625"/>
            <a:ext cx="107550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7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1A85F-BA98-17E5-7BDA-BCE05370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BF2B-F3EA-7D39-23DC-F478BEE0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List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8F53F4-CB9A-332D-6CC0-8A741053A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646" y="1825625"/>
            <a:ext cx="91987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4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7FF8-25BE-713B-C84A-C641B741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C7EE-CA62-900B-47E4-6A1A4864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Add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352769-B17F-DDA9-FF35-305A4CEA1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854" y="1825625"/>
            <a:ext cx="101022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57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4FF5-0CF4-A5DE-8C20-946DC1FD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B046-7725-85A8-F8BC-46CE6A91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F3B2F3-762D-CB53-6214-DCE4D7F2E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798" y="1825625"/>
            <a:ext cx="90564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8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2357-41B6-4F4B-AA11-3B5579E8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4E47A-FDCA-FB41-C904-43494F93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Add Page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2DE6279-94EB-6B39-3E61-E31051F9F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683" y="1825625"/>
            <a:ext cx="94906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0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4F52-6A14-F76C-651C-D9D38210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068-91A6-F098-3E34-5B28BF2C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785662-4ECA-FDC0-20D3-9ABC0950E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496" y="1825625"/>
            <a:ext cx="9199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5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46E9-B84A-C07B-911D-2961BF71C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F09D-BC34-1307-806B-B54EDBE2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Add Page/ Edit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AED8A1-B172-7F55-10A3-D53E6A225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652" y="1825625"/>
            <a:ext cx="104186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68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4648-55A4-A69C-24E8-008C857D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30BC-582A-771D-8932-DB5DCCBA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5A267-BB20-59AA-EEE7-E29C2859D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3561A-78B6-3D17-A3B7-6673FBB6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701422" cy="46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8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A556-1687-3DA4-2085-B1E2C7589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5A5C-1990-B637-D9AE-A17AD071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47684A-DB72-0195-60C4-D4CAAE8CA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798" y="1825625"/>
            <a:ext cx="90564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7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8909-248E-E4AF-8A90-F52171751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A7BC-7BFD-CC02-CF4A-9DB9595A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Variant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95B51D-22BD-C2B1-26F6-84C4045A2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38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78FBB-C89A-A89E-C618-8076D779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AD827-6D79-9343-DE07-5BD9B4AE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Variant Add Form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9B9CC4-0028-89CD-65D8-A3FC65F34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457" y="1825625"/>
            <a:ext cx="92410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62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F49F-A14B-D8C4-ED12-F419F084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6678-02CD-9B98-E163-0A96DD43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Method Page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6882A4-E086-4828-3327-FACCF0C56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3586" y="1825625"/>
            <a:ext cx="92848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28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AD1D-CA4E-77B8-81F3-EE1AEFB3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8793-D76E-0673-1ED5-DABF0630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Method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BA5AAB-304F-6768-1BE1-6FA3231B7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582" y="1825625"/>
            <a:ext cx="93648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93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950A2-2F9E-A1C3-3038-995AE80F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794B5-D414-C87F-2029-5BEC47DC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FFC492-DE08-1848-97F3-4A759716B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758" y="1825625"/>
            <a:ext cx="102844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41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4FFE-7CB1-92F0-9912-117E8152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1097-6592-422E-AC97-C1ECEB3A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Add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144CB4-BE84-14FD-DE7B-FE057136E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764" y="1825625"/>
            <a:ext cx="95504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19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90C5-98A9-6494-EAD5-2849040A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B201-BF60-694F-D170-30CB4DBC4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Supplier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F89F3E-1786-9579-A2B3-BAF722F4A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252" y="1825625"/>
            <a:ext cx="93123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2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D099-493B-24BA-9F54-727BC7F1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75D5-F7A3-F4AC-C2BA-E6DD0D88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Supplier Add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CA2036-A363-3C0C-AE22-1AF494535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272" y="1825625"/>
            <a:ext cx="93774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89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F8920-398F-05C5-B14C-2D66F421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5002-51BB-B27C-D121-4C154BBD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D083C-0A28-23D7-CF38-4231121CB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32DDA1-47F4-4890-BE57-B1259793A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613571" cy="426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80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9669-B621-3428-4F25-E6F722B5B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5D1F-E645-327F-E74D-8CFAB80B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Add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147822-C5E3-D78E-47F1-4BA95BCE7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330" y="1825625"/>
            <a:ext cx="92393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64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4DA9-9E26-A80E-DD07-F297C6900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BA72-B672-A7BB-8C25-B6673B20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Add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E611D1-E960-7B9A-27F2-A136BFCC1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141" y="1825625"/>
            <a:ext cx="93417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45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C374-90AA-5F2A-6994-EECC5482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A985-F264-0F87-191A-D4971E8F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 Page – Cashier Role View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0F6E47F-E1C2-857C-DDE1-29E4E1FAF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866" y="1825625"/>
            <a:ext cx="88222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6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A3C41-2D73-7E06-430C-2E8E50493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B83E-7CBF-5088-B47B-C9ED9903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 Report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F39269-8683-169F-1513-BE4E297F3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0396" y="1825625"/>
            <a:ext cx="91112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88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96C05-C168-F7AB-D07B-B29C8BC0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B4A0-E5FA-65C0-D1B6-B0E0E7FC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Add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6E6DDD-B00F-6A6E-A702-E0583AA9B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764" y="1825625"/>
            <a:ext cx="95504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51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82</Words>
  <Application>Microsoft Office PowerPoint</Application>
  <PresentationFormat>Widescreen</PresentationFormat>
  <Paragraphs>28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Max Pos</vt:lpstr>
      <vt:lpstr>System Overview</vt:lpstr>
      <vt:lpstr>Login Page</vt:lpstr>
      <vt:lpstr>Home Page with menu bar</vt:lpstr>
      <vt:lpstr>Category List Page</vt:lpstr>
      <vt:lpstr>Category Add Page</vt:lpstr>
      <vt:lpstr>Brand Page</vt:lpstr>
      <vt:lpstr>Brand Add Page</vt:lpstr>
      <vt:lpstr>Unit Page</vt:lpstr>
      <vt:lpstr>Unit Add Page/ Edit Page</vt:lpstr>
      <vt:lpstr>Product Page</vt:lpstr>
      <vt:lpstr>Brand Page</vt:lpstr>
      <vt:lpstr>Product Variant Page</vt:lpstr>
      <vt:lpstr>Product Variant Add Form</vt:lpstr>
      <vt:lpstr>Payment Method Page</vt:lpstr>
      <vt:lpstr>Payment Method Page</vt:lpstr>
      <vt:lpstr>Transaction Page</vt:lpstr>
      <vt:lpstr>Transaction Add Page</vt:lpstr>
      <vt:lpstr>Supplier Page</vt:lpstr>
      <vt:lpstr>Supplier Add Page</vt:lpstr>
      <vt:lpstr>Purchase List</vt:lpstr>
      <vt:lpstr>Purchase Add Page</vt:lpstr>
      <vt:lpstr>Purchase Add Page</vt:lpstr>
      <vt:lpstr>Sale Page – Cashier Role View</vt:lpstr>
      <vt:lpstr>Purchase  Report</vt:lpstr>
      <vt:lpstr>Transaction Add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Zaw Myint Oo</dc:creator>
  <cp:lastModifiedBy>Zaw Myint Oo</cp:lastModifiedBy>
  <cp:revision>21</cp:revision>
  <dcterms:created xsi:type="dcterms:W3CDTF">2026-01-02T02:39:52Z</dcterms:created>
  <dcterms:modified xsi:type="dcterms:W3CDTF">2026-01-02T06:22:44Z</dcterms:modified>
</cp:coreProperties>
</file>